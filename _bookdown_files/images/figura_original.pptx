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53" d="100"/>
          <a:sy n="153" d="100"/>
        </p:scale>
        <p:origin x="1314" y="13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7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nti Perez-Hoyos" userId="34376b0f-ed52-46a1-b56d-520a58eeaec9" providerId="ADAL" clId="{1DAD958A-03F7-4342-ABC0-67397DE834A1}"/>
    <pc:docChg chg="undo custSel modSld">
      <pc:chgData name="Santi Perez-Hoyos" userId="34376b0f-ed52-46a1-b56d-520a58eeaec9" providerId="ADAL" clId="{1DAD958A-03F7-4342-ABC0-67397DE834A1}" dt="2026-06-08T08:08:10.927" v="129" actId="1038"/>
      <pc:docMkLst>
        <pc:docMk/>
      </pc:docMkLst>
      <pc:sldChg chg="addSp delSp modSp mod">
        <pc:chgData name="Santi Perez-Hoyos" userId="34376b0f-ed52-46a1-b56d-520a58eeaec9" providerId="ADAL" clId="{1DAD958A-03F7-4342-ABC0-67397DE834A1}" dt="2026-06-08T08:08:10.927" v="129" actId="1038"/>
        <pc:sldMkLst>
          <pc:docMk/>
          <pc:sldMk cId="0" sldId="256"/>
        </pc:sldMkLst>
        <pc:spChg chg="mod">
          <ac:chgData name="Santi Perez-Hoyos" userId="34376b0f-ed52-46a1-b56d-520a58eeaec9" providerId="ADAL" clId="{1DAD958A-03F7-4342-ABC0-67397DE834A1}" dt="2026-06-08T08:08:10.927" v="129" actId="1038"/>
          <ac:spMkLst>
            <pc:docMk/>
            <pc:sldMk cId="0" sldId="256"/>
            <ac:spMk id="4" creationId="{00000000-0000-0000-0000-000000000000}"/>
          </ac:spMkLst>
        </pc:spChg>
        <pc:spChg chg="mod ord">
          <ac:chgData name="Santi Perez-Hoyos" userId="34376b0f-ed52-46a1-b56d-520a58eeaec9" providerId="ADAL" clId="{1DAD958A-03F7-4342-ABC0-67397DE834A1}" dt="2026-06-08T08:08:10.927" v="129" actId="1038"/>
          <ac:spMkLst>
            <pc:docMk/>
            <pc:sldMk cId="0" sldId="256"/>
            <ac:spMk id="9" creationId="{00000000-0000-0000-0000-000000000000}"/>
          </ac:spMkLst>
        </pc:spChg>
        <pc:spChg chg="mod">
          <ac:chgData name="Santi Perez-Hoyos" userId="34376b0f-ed52-46a1-b56d-520a58eeaec9" providerId="ADAL" clId="{1DAD958A-03F7-4342-ABC0-67397DE834A1}" dt="2026-06-08T08:08:10.927" v="129" actId="1038"/>
          <ac:spMkLst>
            <pc:docMk/>
            <pc:sldMk cId="0" sldId="256"/>
            <ac:spMk id="10" creationId="{00000000-0000-0000-0000-000000000000}"/>
          </ac:spMkLst>
        </pc:spChg>
        <pc:spChg chg="mod">
          <ac:chgData name="Santi Perez-Hoyos" userId="34376b0f-ed52-46a1-b56d-520a58eeaec9" providerId="ADAL" clId="{1DAD958A-03F7-4342-ABC0-67397DE834A1}" dt="2026-06-08T08:08:10.927" v="129" actId="1038"/>
          <ac:spMkLst>
            <pc:docMk/>
            <pc:sldMk cId="0" sldId="256"/>
            <ac:spMk id="11" creationId="{00000000-0000-0000-0000-000000000000}"/>
          </ac:spMkLst>
        </pc:spChg>
        <pc:spChg chg="mod">
          <ac:chgData name="Santi Perez-Hoyos" userId="34376b0f-ed52-46a1-b56d-520a58eeaec9" providerId="ADAL" clId="{1DAD958A-03F7-4342-ABC0-67397DE834A1}" dt="2026-06-08T08:08:10.927" v="129" actId="1038"/>
          <ac:spMkLst>
            <pc:docMk/>
            <pc:sldMk cId="0" sldId="256"/>
            <ac:spMk id="12" creationId="{00000000-0000-0000-0000-000000000000}"/>
          </ac:spMkLst>
        </pc:spChg>
        <pc:spChg chg="mod ord">
          <ac:chgData name="Santi Perez-Hoyos" userId="34376b0f-ed52-46a1-b56d-520a58eeaec9" providerId="ADAL" clId="{1DAD958A-03F7-4342-ABC0-67397DE834A1}" dt="2026-06-08T08:08:10.927" v="129" actId="1038"/>
          <ac:spMkLst>
            <pc:docMk/>
            <pc:sldMk cId="0" sldId="256"/>
            <ac:spMk id="13" creationId="{00000000-0000-0000-0000-000000000000}"/>
          </ac:spMkLst>
        </pc:spChg>
        <pc:spChg chg="mod">
          <ac:chgData name="Santi Perez-Hoyos" userId="34376b0f-ed52-46a1-b56d-520a58eeaec9" providerId="ADAL" clId="{1DAD958A-03F7-4342-ABC0-67397DE834A1}" dt="2026-06-08T08:08:10.927" v="129" actId="1038"/>
          <ac:spMkLst>
            <pc:docMk/>
            <pc:sldMk cId="0" sldId="256"/>
            <ac:spMk id="14" creationId="{00000000-0000-0000-0000-000000000000}"/>
          </ac:spMkLst>
        </pc:spChg>
        <pc:spChg chg="mod">
          <ac:chgData name="Santi Perez-Hoyos" userId="34376b0f-ed52-46a1-b56d-520a58eeaec9" providerId="ADAL" clId="{1DAD958A-03F7-4342-ABC0-67397DE834A1}" dt="2026-06-08T08:08:10.927" v="129" actId="1038"/>
          <ac:spMkLst>
            <pc:docMk/>
            <pc:sldMk cId="0" sldId="256"/>
            <ac:spMk id="15" creationId="{00000000-0000-0000-0000-000000000000}"/>
          </ac:spMkLst>
        </pc:spChg>
        <pc:spChg chg="mod">
          <ac:chgData name="Santi Perez-Hoyos" userId="34376b0f-ed52-46a1-b56d-520a58eeaec9" providerId="ADAL" clId="{1DAD958A-03F7-4342-ABC0-67397DE834A1}" dt="2026-06-08T08:08:10.927" v="129" actId="1038"/>
          <ac:spMkLst>
            <pc:docMk/>
            <pc:sldMk cId="0" sldId="256"/>
            <ac:spMk id="16" creationId="{00000000-0000-0000-0000-000000000000}"/>
          </ac:spMkLst>
        </pc:spChg>
        <pc:spChg chg="mod">
          <ac:chgData name="Santi Perez-Hoyos" userId="34376b0f-ed52-46a1-b56d-520a58eeaec9" providerId="ADAL" clId="{1DAD958A-03F7-4342-ABC0-67397DE834A1}" dt="2026-06-08T08:08:10.927" v="129" actId="1038"/>
          <ac:spMkLst>
            <pc:docMk/>
            <pc:sldMk cId="0" sldId="256"/>
            <ac:spMk id="17" creationId="{00000000-0000-0000-0000-000000000000}"/>
          </ac:spMkLst>
        </pc:spChg>
        <pc:spChg chg="mod">
          <ac:chgData name="Santi Perez-Hoyos" userId="34376b0f-ed52-46a1-b56d-520a58eeaec9" providerId="ADAL" clId="{1DAD958A-03F7-4342-ABC0-67397DE834A1}" dt="2026-06-08T08:08:10.927" v="129" actId="1038"/>
          <ac:spMkLst>
            <pc:docMk/>
            <pc:sldMk cId="0" sldId="256"/>
            <ac:spMk id="18" creationId="{00000000-0000-0000-0000-000000000000}"/>
          </ac:spMkLst>
        </pc:spChg>
        <pc:spChg chg="mod">
          <ac:chgData name="Santi Perez-Hoyos" userId="34376b0f-ed52-46a1-b56d-520a58eeaec9" providerId="ADAL" clId="{1DAD958A-03F7-4342-ABC0-67397DE834A1}" dt="2026-06-08T08:08:10.927" v="129" actId="1038"/>
          <ac:spMkLst>
            <pc:docMk/>
            <pc:sldMk cId="0" sldId="256"/>
            <ac:spMk id="19" creationId="{00000000-0000-0000-0000-000000000000}"/>
          </ac:spMkLst>
        </pc:spChg>
        <pc:spChg chg="mod">
          <ac:chgData name="Santi Perez-Hoyos" userId="34376b0f-ed52-46a1-b56d-520a58eeaec9" providerId="ADAL" clId="{1DAD958A-03F7-4342-ABC0-67397DE834A1}" dt="2026-06-08T08:08:10.927" v="129" actId="1038"/>
          <ac:spMkLst>
            <pc:docMk/>
            <pc:sldMk cId="0" sldId="256"/>
            <ac:spMk id="20" creationId="{00000000-0000-0000-0000-000000000000}"/>
          </ac:spMkLst>
        </pc:spChg>
        <pc:spChg chg="del">
          <ac:chgData name="Santi Perez-Hoyos" userId="34376b0f-ed52-46a1-b56d-520a58eeaec9" providerId="ADAL" clId="{1DAD958A-03F7-4342-ABC0-67397DE834A1}" dt="2026-06-08T08:05:18.036" v="72" actId="478"/>
          <ac:spMkLst>
            <pc:docMk/>
            <pc:sldMk cId="0" sldId="256"/>
            <ac:spMk id="21" creationId="{00000000-0000-0000-0000-000000000000}"/>
          </ac:spMkLst>
        </pc:spChg>
        <pc:spChg chg="del">
          <ac:chgData name="Santi Perez-Hoyos" userId="34376b0f-ed52-46a1-b56d-520a58eeaec9" providerId="ADAL" clId="{1DAD958A-03F7-4342-ABC0-67397DE834A1}" dt="2026-06-08T07:47:21.728" v="0" actId="478"/>
          <ac:spMkLst>
            <pc:docMk/>
            <pc:sldMk cId="0" sldId="256"/>
            <ac:spMk id="22" creationId="{00000000-0000-0000-0000-000000000000}"/>
          </ac:spMkLst>
        </pc:spChg>
        <pc:spChg chg="add mod">
          <ac:chgData name="Santi Perez-Hoyos" userId="34376b0f-ed52-46a1-b56d-520a58eeaec9" providerId="ADAL" clId="{1DAD958A-03F7-4342-ABC0-67397DE834A1}" dt="2026-06-08T08:08:10.927" v="129" actId="1038"/>
          <ac:spMkLst>
            <pc:docMk/>
            <pc:sldMk cId="0" sldId="256"/>
            <ac:spMk id="27" creationId="{DFA1490F-96C6-4460-A1C6-DB6381DF2D10}"/>
          </ac:spMkLst>
        </pc:spChg>
        <pc:spChg chg="add mod">
          <ac:chgData name="Santi Perez-Hoyos" userId="34376b0f-ed52-46a1-b56d-520a58eeaec9" providerId="ADAL" clId="{1DAD958A-03F7-4342-ABC0-67397DE834A1}" dt="2026-06-08T08:08:10.927" v="129" actId="1038"/>
          <ac:spMkLst>
            <pc:docMk/>
            <pc:sldMk cId="0" sldId="256"/>
            <ac:spMk id="28" creationId="{EB3721D0-60E9-4C07-A51E-C95F8742A049}"/>
          </ac:spMkLst>
        </pc:spChg>
        <pc:spChg chg="add mod">
          <ac:chgData name="Santi Perez-Hoyos" userId="34376b0f-ed52-46a1-b56d-520a58eeaec9" providerId="ADAL" clId="{1DAD958A-03F7-4342-ABC0-67397DE834A1}" dt="2026-06-08T08:08:10.927" v="129" actId="1038"/>
          <ac:spMkLst>
            <pc:docMk/>
            <pc:sldMk cId="0" sldId="256"/>
            <ac:spMk id="29" creationId="{D43DA75E-7870-400F-B506-1EAF1B1A9AF8}"/>
          </ac:spMkLst>
        </pc:spChg>
        <pc:spChg chg="add mod">
          <ac:chgData name="Santi Perez-Hoyos" userId="34376b0f-ed52-46a1-b56d-520a58eeaec9" providerId="ADAL" clId="{1DAD958A-03F7-4342-ABC0-67397DE834A1}" dt="2026-06-08T08:08:10.927" v="129" actId="1038"/>
          <ac:spMkLst>
            <pc:docMk/>
            <pc:sldMk cId="0" sldId="256"/>
            <ac:spMk id="30" creationId="{D934D2EE-7188-4FBF-B95A-E86BE6B27B55}"/>
          </ac:spMkLst>
        </pc:spChg>
        <pc:spChg chg="add mod">
          <ac:chgData name="Santi Perez-Hoyos" userId="34376b0f-ed52-46a1-b56d-520a58eeaec9" providerId="ADAL" clId="{1DAD958A-03F7-4342-ABC0-67397DE834A1}" dt="2026-06-08T08:08:10.927" v="129" actId="1038"/>
          <ac:spMkLst>
            <pc:docMk/>
            <pc:sldMk cId="0" sldId="256"/>
            <ac:spMk id="31" creationId="{429DE883-F64A-4C80-BD2B-04F71769EEB6}"/>
          </ac:spMkLst>
        </pc:spChg>
        <pc:spChg chg="add mod ord">
          <ac:chgData name="Santi Perez-Hoyos" userId="34376b0f-ed52-46a1-b56d-520a58eeaec9" providerId="ADAL" clId="{1DAD958A-03F7-4342-ABC0-67397DE834A1}" dt="2026-06-08T08:08:10.927" v="129" actId="1038"/>
          <ac:spMkLst>
            <pc:docMk/>
            <pc:sldMk cId="0" sldId="256"/>
            <ac:spMk id="33" creationId="{B88A4FAA-ECAC-45E7-A628-F2F78DC875BF}"/>
          </ac:spMkLst>
        </pc:spChg>
        <pc:spChg chg="add mod ord">
          <ac:chgData name="Santi Perez-Hoyos" userId="34376b0f-ed52-46a1-b56d-520a58eeaec9" providerId="ADAL" clId="{1DAD958A-03F7-4342-ABC0-67397DE834A1}" dt="2026-06-08T08:08:10.927" v="129" actId="1038"/>
          <ac:spMkLst>
            <pc:docMk/>
            <pc:sldMk cId="0" sldId="256"/>
            <ac:spMk id="35" creationId="{46D68CDE-3014-47A6-9B29-D524CA6CCB8A}"/>
          </ac:spMkLst>
        </pc:spChg>
        <pc:cxnChg chg="mod">
          <ac:chgData name="Santi Perez-Hoyos" userId="34376b0f-ed52-46a1-b56d-520a58eeaec9" providerId="ADAL" clId="{1DAD958A-03F7-4342-ABC0-67397DE834A1}" dt="2026-06-08T08:08:10.927" v="129" actId="1038"/>
          <ac:cxnSpMkLst>
            <pc:docMk/>
            <pc:sldMk cId="0" sldId="256"/>
            <ac:cxnSpMk id="2" creationId="{00000000-0000-0000-0000-000000000000}"/>
          </ac:cxnSpMkLst>
        </pc:cxnChg>
        <pc:cxnChg chg="mod">
          <ac:chgData name="Santi Perez-Hoyos" userId="34376b0f-ed52-46a1-b56d-520a58eeaec9" providerId="ADAL" clId="{1DAD958A-03F7-4342-ABC0-67397DE834A1}" dt="2026-06-08T08:08:10.927" v="129" actId="1038"/>
          <ac:cxnSpMkLst>
            <pc:docMk/>
            <pc:sldMk cId="0" sldId="256"/>
            <ac:cxnSpMk id="3" creationId="{00000000-0000-0000-0000-000000000000}"/>
          </ac:cxnSpMkLst>
        </pc:cxnChg>
        <pc:cxnChg chg="mod">
          <ac:chgData name="Santi Perez-Hoyos" userId="34376b0f-ed52-46a1-b56d-520a58eeaec9" providerId="ADAL" clId="{1DAD958A-03F7-4342-ABC0-67397DE834A1}" dt="2026-06-08T08:08:10.927" v="129" actId="1038"/>
          <ac:cxnSpMkLst>
            <pc:docMk/>
            <pc:sldMk cId="0" sldId="256"/>
            <ac:cxnSpMk id="5" creationId="{00000000-0000-0000-0000-000000000000}"/>
          </ac:cxnSpMkLst>
        </pc:cxnChg>
        <pc:cxnChg chg="mod">
          <ac:chgData name="Santi Perez-Hoyos" userId="34376b0f-ed52-46a1-b56d-520a58eeaec9" providerId="ADAL" clId="{1DAD958A-03F7-4342-ABC0-67397DE834A1}" dt="2026-06-08T08:08:10.927" v="129" actId="1038"/>
          <ac:cxnSpMkLst>
            <pc:docMk/>
            <pc:sldMk cId="0" sldId="256"/>
            <ac:cxnSpMk id="6" creationId="{00000000-0000-0000-0000-000000000000}"/>
          </ac:cxnSpMkLst>
        </pc:cxnChg>
        <pc:cxnChg chg="mod">
          <ac:chgData name="Santi Perez-Hoyos" userId="34376b0f-ed52-46a1-b56d-520a58eeaec9" providerId="ADAL" clId="{1DAD958A-03F7-4342-ABC0-67397DE834A1}" dt="2026-06-08T08:08:10.927" v="129" actId="1038"/>
          <ac:cxnSpMkLst>
            <pc:docMk/>
            <pc:sldMk cId="0" sldId="256"/>
            <ac:cxnSpMk id="7" creationId="{00000000-0000-0000-0000-000000000000}"/>
          </ac:cxnSpMkLst>
        </pc:cxnChg>
        <pc:cxnChg chg="mod">
          <ac:chgData name="Santi Perez-Hoyos" userId="34376b0f-ed52-46a1-b56d-520a58eeaec9" providerId="ADAL" clId="{1DAD958A-03F7-4342-ABC0-67397DE834A1}" dt="2026-06-08T08:08:10.927" v="129" actId="1038"/>
          <ac:cxnSpMkLst>
            <pc:docMk/>
            <pc:sldMk cId="0" sldId="256"/>
            <ac:cxnSpMk id="8" creationId="{00000000-0000-0000-0000-000000000000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QuadreDeText 32">
            <a:extLst>
              <a:ext uri="{FF2B5EF4-FFF2-40B4-BE49-F238E27FC236}">
                <a16:creationId xmlns:a16="http://schemas.microsoft.com/office/drawing/2014/main" id="{B88A4FAA-ECAC-45E7-A628-F2F78DC875BF}"/>
              </a:ext>
            </a:extLst>
          </p:cNvPr>
          <p:cNvSpPr txBox="1"/>
          <p:nvPr/>
        </p:nvSpPr>
        <p:spPr>
          <a:xfrm>
            <a:off x="3022248" y="3204972"/>
            <a:ext cx="3634740" cy="2435091"/>
          </a:xfrm>
          <a:prstGeom prst="rect">
            <a:avLst/>
          </a:prstGeom>
          <a:pattFill prst="wdUpDiag">
            <a:fgClr>
              <a:schemeClr val="accent5">
                <a:lumMod val="20000"/>
                <a:lumOff val="80000"/>
              </a:schemeClr>
            </a:fgClr>
            <a:bgClr>
              <a:schemeClr val="bg1"/>
            </a:bgClr>
          </a:pattFill>
        </p:spPr>
        <p:txBody>
          <a:bodyPr wrap="square" rtlCol="0">
            <a:spAutoFit/>
          </a:bodyPr>
          <a:lstStyle/>
          <a:p>
            <a:endParaRPr lang="ca-ES" dirty="0"/>
          </a:p>
        </p:txBody>
      </p:sp>
      <p:cxnSp>
        <p:nvCxnSpPr>
          <p:cNvPr id="2" name="Connector 1"/>
          <p:cNvCxnSpPr/>
          <p:nvPr/>
        </p:nvCxnSpPr>
        <p:spPr>
          <a:xfrm>
            <a:off x="1177446" y="4114800"/>
            <a:ext cx="7315200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>
            <a:off x="1634646" y="914400"/>
            <a:ext cx="0" cy="457200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006246" y="2286000"/>
            <a:ext cx="3657600" cy="914399"/>
          </a:xfrm>
          <a:prstGeom prst="rect">
            <a:avLst/>
          </a:prstGeom>
          <a:solidFill>
            <a:srgbClr val="D2E1F5"/>
          </a:solidFill>
          <a:ln>
            <a:solidFill>
              <a:srgbClr val="0000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5" name="Connector 4"/>
          <p:cNvCxnSpPr>
            <a:cxnSpLocks/>
          </p:cNvCxnSpPr>
          <p:nvPr/>
        </p:nvCxnSpPr>
        <p:spPr>
          <a:xfrm flipV="1">
            <a:off x="3006246" y="2286000"/>
            <a:ext cx="0" cy="338328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>
            <a:cxnSpLocks/>
          </p:cNvCxnSpPr>
          <p:nvPr/>
        </p:nvCxnSpPr>
        <p:spPr>
          <a:xfrm flipV="1">
            <a:off x="6629556" y="2286000"/>
            <a:ext cx="34290" cy="338328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>
            <a:cxnSpLocks/>
          </p:cNvCxnSpPr>
          <p:nvPr/>
        </p:nvCxnSpPr>
        <p:spPr>
          <a:xfrm flipV="1">
            <a:off x="327054" y="3200400"/>
            <a:ext cx="2679192" cy="4572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>
            <a:cxnSpLocks/>
          </p:cNvCxnSpPr>
          <p:nvPr/>
        </p:nvCxnSpPr>
        <p:spPr>
          <a:xfrm>
            <a:off x="327054" y="2286000"/>
            <a:ext cx="2679192" cy="0"/>
          </a:xfrm>
          <a:prstGeom prst="line">
            <a:avLst/>
          </a:prstGeom>
          <a:ln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047395" y="3154680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(</a:t>
            </a:r>
            <a:r>
              <a:rPr dirty="0" err="1"/>
              <a:t>x,y</a:t>
            </a:r>
            <a:r>
              <a:rPr dirty="0"/>
              <a:t>)</a:t>
            </a:r>
          </a:p>
        </p:txBody>
      </p:sp>
      <p:sp>
        <p:nvSpPr>
          <p:cNvPr id="11" name="Oval 10"/>
          <p:cNvSpPr/>
          <p:nvPr/>
        </p:nvSpPr>
        <p:spPr>
          <a:xfrm>
            <a:off x="6595267" y="3172968"/>
            <a:ext cx="137160" cy="137160"/>
          </a:xfrm>
          <a:prstGeom prst="ellipse">
            <a:avLst/>
          </a:prstGeom>
          <a:solidFill>
            <a:srgbClr val="000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801006" y="3150107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/>
              <a:t>(</a:t>
            </a:r>
            <a:r>
              <a:rPr dirty="0" err="1"/>
              <a:t>x+h,y</a:t>
            </a:r>
            <a:r>
              <a:rPr dirty="0"/>
              <a:t>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17458" y="1912867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(x,y+k)</a:t>
            </a:r>
          </a:p>
        </p:txBody>
      </p:sp>
      <p:sp>
        <p:nvSpPr>
          <p:cNvPr id="15" name="Oval 14"/>
          <p:cNvSpPr/>
          <p:nvPr/>
        </p:nvSpPr>
        <p:spPr>
          <a:xfrm>
            <a:off x="6621029" y="2230853"/>
            <a:ext cx="137160" cy="137160"/>
          </a:xfrm>
          <a:prstGeom prst="ellipse">
            <a:avLst/>
          </a:prstGeom>
          <a:solidFill>
            <a:srgbClr val="000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644602" y="1931261"/>
            <a:ext cx="1371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(x+h,y+k)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06247" y="4105654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x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3846" y="4183379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dirty="0" err="1"/>
              <a:t>x+h</a:t>
            </a:r>
            <a:endParaRPr dirty="0"/>
          </a:p>
        </p:txBody>
      </p:sp>
      <p:sp>
        <p:nvSpPr>
          <p:cNvPr id="19" name="TextBox 18"/>
          <p:cNvSpPr txBox="1"/>
          <p:nvPr/>
        </p:nvSpPr>
        <p:spPr>
          <a:xfrm>
            <a:off x="1268886" y="32004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177446" y="2286000"/>
            <a:ext cx="914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y+k</a:t>
            </a:r>
          </a:p>
        </p:txBody>
      </p:sp>
      <p:sp>
        <p:nvSpPr>
          <p:cNvPr id="27" name="QuadreDeText 26">
            <a:extLst>
              <a:ext uri="{FF2B5EF4-FFF2-40B4-BE49-F238E27FC236}">
                <a16:creationId xmlns:a16="http://schemas.microsoft.com/office/drawing/2014/main" id="{DFA1490F-96C6-4460-A1C6-DB6381DF2D10}"/>
              </a:ext>
            </a:extLst>
          </p:cNvPr>
          <p:cNvSpPr txBox="1"/>
          <p:nvPr/>
        </p:nvSpPr>
        <p:spPr>
          <a:xfrm>
            <a:off x="2473609" y="3278123"/>
            <a:ext cx="4800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>
                <a:solidFill>
                  <a:srgbClr val="C00000"/>
                </a:solidFill>
              </a:rPr>
              <a:t>S</a:t>
            </a:r>
            <a:r>
              <a:rPr lang="es-ES" b="1" baseline="-25000" dirty="0" err="1">
                <a:solidFill>
                  <a:srgbClr val="C00000"/>
                </a:solidFill>
              </a:rPr>
              <a:t>x,y</a:t>
            </a:r>
            <a:endParaRPr lang="ca-ES" b="1" dirty="0">
              <a:solidFill>
                <a:srgbClr val="C00000"/>
              </a:solidFill>
            </a:endParaRPr>
          </a:p>
        </p:txBody>
      </p:sp>
      <p:sp>
        <p:nvSpPr>
          <p:cNvPr id="28" name="QuadreDeText 27">
            <a:extLst>
              <a:ext uri="{FF2B5EF4-FFF2-40B4-BE49-F238E27FC236}">
                <a16:creationId xmlns:a16="http://schemas.microsoft.com/office/drawing/2014/main" id="{EB3721D0-60E9-4C07-A51E-C95F8742A049}"/>
              </a:ext>
            </a:extLst>
          </p:cNvPr>
          <p:cNvSpPr txBox="1"/>
          <p:nvPr/>
        </p:nvSpPr>
        <p:spPr>
          <a:xfrm>
            <a:off x="5962334" y="2325861"/>
            <a:ext cx="8412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 err="1">
                <a:solidFill>
                  <a:srgbClr val="C00000"/>
                </a:solidFill>
              </a:rPr>
              <a:t>S</a:t>
            </a:r>
            <a:r>
              <a:rPr lang="es-ES" b="1" baseline="-25000" dirty="0" err="1">
                <a:solidFill>
                  <a:srgbClr val="C00000"/>
                </a:solidFill>
              </a:rPr>
              <a:t>x+h,y+k</a:t>
            </a:r>
            <a:endParaRPr lang="ca-ES" b="1" dirty="0">
              <a:solidFill>
                <a:srgbClr val="C00000"/>
              </a:solidFill>
            </a:endParaRPr>
          </a:p>
        </p:txBody>
      </p:sp>
      <p:sp>
        <p:nvSpPr>
          <p:cNvPr id="29" name="QuadreDeText 28">
            <a:extLst>
              <a:ext uri="{FF2B5EF4-FFF2-40B4-BE49-F238E27FC236}">
                <a16:creationId xmlns:a16="http://schemas.microsoft.com/office/drawing/2014/main" id="{D43DA75E-7870-400F-B506-1EAF1B1A9AF8}"/>
              </a:ext>
            </a:extLst>
          </p:cNvPr>
          <p:cNvSpPr txBox="1"/>
          <p:nvPr/>
        </p:nvSpPr>
        <p:spPr>
          <a:xfrm>
            <a:off x="4697902" y="2558534"/>
            <a:ext cx="61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A</a:t>
            </a:r>
            <a:endParaRPr lang="ca-ES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0" name="QuadreDeText 29">
            <a:extLst>
              <a:ext uri="{FF2B5EF4-FFF2-40B4-BE49-F238E27FC236}">
                <a16:creationId xmlns:a16="http://schemas.microsoft.com/office/drawing/2014/main" id="{D934D2EE-7188-4FBF-B95A-E86BE6B27B55}"/>
              </a:ext>
            </a:extLst>
          </p:cNvPr>
          <p:cNvSpPr txBox="1"/>
          <p:nvPr/>
        </p:nvSpPr>
        <p:spPr>
          <a:xfrm>
            <a:off x="4718465" y="3491722"/>
            <a:ext cx="61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lang="es-ES" b="1" baseline="-25000" dirty="0">
                <a:solidFill>
                  <a:schemeClr val="accent1">
                    <a:lumMod val="50000"/>
                  </a:schemeClr>
                </a:solidFill>
              </a:rPr>
              <a:t>1</a:t>
            </a:r>
            <a:endParaRPr lang="ca-ES" b="1" baseline="-25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46D68CDE-3014-47A6-9B29-D524CA6CCB8A}"/>
              </a:ext>
            </a:extLst>
          </p:cNvPr>
          <p:cNvSpPr/>
          <p:nvPr/>
        </p:nvSpPr>
        <p:spPr>
          <a:xfrm>
            <a:off x="327054" y="2293359"/>
            <a:ext cx="2651760" cy="902465"/>
          </a:xfrm>
          <a:prstGeom prst="rect">
            <a:avLst/>
          </a:prstGeom>
          <a:pattFill prst="dashHorz">
            <a:fgClr>
              <a:schemeClr val="accent1"/>
            </a:fgClr>
            <a:bgClr>
              <a:schemeClr val="bg1"/>
            </a:bgClr>
          </a:patt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ca-ES">
              <a:solidFill>
                <a:schemeClr val="accent4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31" name="QuadreDeText 30">
            <a:extLst>
              <a:ext uri="{FF2B5EF4-FFF2-40B4-BE49-F238E27FC236}">
                <a16:creationId xmlns:a16="http://schemas.microsoft.com/office/drawing/2014/main" id="{429DE883-F64A-4C80-BD2B-04F71769EEB6}"/>
              </a:ext>
            </a:extLst>
          </p:cNvPr>
          <p:cNvSpPr txBox="1"/>
          <p:nvPr/>
        </p:nvSpPr>
        <p:spPr>
          <a:xfrm>
            <a:off x="2000407" y="2592823"/>
            <a:ext cx="61492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b="1" dirty="0">
                <a:solidFill>
                  <a:schemeClr val="accent1">
                    <a:lumMod val="50000"/>
                  </a:schemeClr>
                </a:solidFill>
              </a:rPr>
              <a:t>A</a:t>
            </a:r>
            <a:r>
              <a:rPr lang="es-ES" b="1" baseline="-25000" dirty="0">
                <a:solidFill>
                  <a:schemeClr val="accent1">
                    <a:lumMod val="50000"/>
                  </a:schemeClr>
                </a:solidFill>
              </a:rPr>
              <a:t>2</a:t>
            </a:r>
            <a:endParaRPr lang="ca-ES" b="1" baseline="-25000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13" name="Oval 12"/>
          <p:cNvSpPr/>
          <p:nvPr/>
        </p:nvSpPr>
        <p:spPr>
          <a:xfrm>
            <a:off x="2955954" y="2224779"/>
            <a:ext cx="137160" cy="137160"/>
          </a:xfrm>
          <a:prstGeom prst="ellipse">
            <a:avLst/>
          </a:prstGeom>
          <a:solidFill>
            <a:srgbClr val="000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Oval 8"/>
          <p:cNvSpPr/>
          <p:nvPr/>
        </p:nvSpPr>
        <p:spPr>
          <a:xfrm>
            <a:off x="2958241" y="3118386"/>
            <a:ext cx="137160" cy="137160"/>
          </a:xfrm>
          <a:prstGeom prst="ellipse">
            <a:avLst/>
          </a:prstGeom>
          <a:solidFill>
            <a:srgbClr val="0000B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23</TotalTime>
  <Words>49</Words>
  <Application>Microsoft Office PowerPoint</Application>
  <PresentationFormat>Presentació en pantalla (4:3)</PresentationFormat>
  <Paragraphs>13</Paragraphs>
  <Slides>1</Slides>
  <Notes>0</Notes>
  <HiddenSlides>0</HiddenSlides>
  <MMClips>0</MMClips>
  <ScaleCrop>false</ScaleCrop>
  <HeadingPairs>
    <vt:vector size="6" baseType="variant">
      <vt:variant>
        <vt:lpstr>Tipus de lletra utilitzats</vt:lpstr>
      </vt:variant>
      <vt:variant>
        <vt:i4>2</vt:i4>
      </vt:variant>
      <vt:variant>
        <vt:lpstr>Tema</vt:lpstr>
      </vt:variant>
      <vt:variant>
        <vt:i4>1</vt:i4>
      </vt:variant>
      <vt:variant>
        <vt:lpstr>Títols de les diapositives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Presentació del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 del PowerPoint</dc:title>
  <dc:subject/>
  <dc:creator>Santi Perez-Hoyos</dc:creator>
  <cp:keywords/>
  <dc:description>generated using python-pptx</dc:description>
  <cp:lastModifiedBy>Santi Perez-Hoyos</cp:lastModifiedBy>
  <cp:revision>3</cp:revision>
  <dcterms:created xsi:type="dcterms:W3CDTF">2026-06-08T07:41:23Z</dcterms:created>
  <dcterms:modified xsi:type="dcterms:W3CDTF">2026-06-08T08:09:23Z</dcterms:modified>
  <cp:category/>
</cp:coreProperties>
</file>